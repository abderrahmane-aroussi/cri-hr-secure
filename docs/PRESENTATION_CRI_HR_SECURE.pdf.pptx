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ESTG — Guelmim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RIS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2971800"/>
            <a:ext cx="2651760" cy="0"/>
          </a:xfrm>
          <a:prstGeom prst="line">
            <a:avLst/>
          </a:prstGeom>
          <a:noFill/>
          <a:ln w="12700">
            <a:solidFill>
              <a:srgbClr val="3A5A9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30632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Tarek Ait Baha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professionnels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A. Ouboussekssou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S. Boukha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0" y="5029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CRI-HR-Secure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840480" y="126187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 and Deployment of an HR Module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into an ERP System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0480" y="2240280"/>
            <a:ext cx="5029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23408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of CRI Guelmim-Oued Noun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2834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Abderrahmane Aroussi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– Juin 2026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Académique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840480" y="3977640"/>
            <a:ext cx="5029200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0" y="4069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Amine Bouaouda  —  Pr. Tarek Ait Baha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Guelmim &amp; identified HR gaps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5486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stack, Docker, VirtualBox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83280"/>
            <a:ext cx="5486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8328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RBAC · Fail2Ban · Auditd · Netdata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14400"/>
            <a:ext cx="5486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1440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1005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SQLmap, attack simulation, performance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5486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4884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51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trade-offs and roadmap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83280"/>
            <a:ext cx="54864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8328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contributions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Organisational 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Guelmim-Oued Noun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institution founded October 2002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employees across departments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business creation &amp; investment promotion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 (Guichet Unique)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Regional Unified Investment Commission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42062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HR Gaps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17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 take days to reach approval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19456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945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45059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fragmented across paper &amp; Excel 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9718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2278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audit trail for approvals or access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74904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7490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40050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HR data accessible to anyone physically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Project Scope &amp;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4173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1887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Community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19072"/>
            <a:ext cx="14173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190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7190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9424"/>
            <a:ext cx="14173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4942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2494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79776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79776"/>
            <a:ext cx="14173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7977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7797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(Alpine)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10128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10128"/>
            <a:ext cx="14173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1012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33101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+ Ubuntu 22.04 LTS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40480"/>
            <a:ext cx="14173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404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3840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3.x — RSA-4096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1234440"/>
            <a:ext cx="3474720" cy="685800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12344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1234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Host · Chrome/Firefox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 (Host-Only)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192024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:443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2194560"/>
            <a:ext cx="420624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 — Ubuntu 22.04 VM (192.168.56.101)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2606040"/>
            <a:ext cx="1691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:443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29260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2606040"/>
            <a:ext cx="1691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26060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:8069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338328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:5432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0" y="3657600"/>
            <a:ext cx="347472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74920" y="36576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80760" y="3657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:5432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cri_hr_db (Docker volume)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4434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VirtualBox Host-Only 192.168.56.0/24  |  No internet access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Defence-in-Depth Security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proxy, RSA-4096 self-signed cert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encrypted on port 443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68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roles: Admin · HR Officer · Employee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verified by negative testing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6517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68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on login endpoint — 5 attempts / 300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Auto-bans offending IP via iptables DROP rule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6517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File-integrity monitoring on nginx.conf, docker-compose.yml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log for compliance &amp; forensics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517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80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 observability — 4,500+ metrics/s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network traffic visualised live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80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SQL-Injection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— 432 tests, 0 injectable parameters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ORM correctly parameterises all queries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Validation &amp;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Attack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169164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VM (192.168.56.100) runs hydra against HTTPS login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11480" cy="41148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28600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18288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receives POST /web/login requests → logs to access.log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88036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4231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2423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parses log — 5 failures in 300 s detected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347472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01752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3017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DROP rule inserted — attacker IP banned for 3600 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" y="406908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61188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Netdata confirms traffic spike then sharp drop after ban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2519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42062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6868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Auditd: 0 events — no config file was touched by attacker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 Results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161848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618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Encryption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0" y="16184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 verified, 0 clear-text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0" y="2103120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(3 roles)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0" y="2103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boundaries confirmed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0" y="2587752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2587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0" y="25877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432 tests — 0 findings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0" y="3072384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072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07238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 after 5 attempts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29200" y="355701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55701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58000" y="35570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spurious audit events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0" y="4041648"/>
            <a:ext cx="3840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40416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40416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Attack spike detected live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29200" y="4526280"/>
            <a:ext cx="384048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Load test (Apache Bench): Mean 0.325 s · 100 req · Concurrency 10 · 0 failures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Limitations &amp; 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TLS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security warning — CA-signed cert required for production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39112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VM-only deployment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topology; no perimeter firewall or DMZ in place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43784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43784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950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 (Wazuh)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6382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GB RAM constraint drove use of lightweight Linux primitives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48456"/>
            <a:ext cx="73152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9417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backup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684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volumes not backed up — pg_dump schedule needed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Roadmap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38404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344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1234440"/>
            <a:ext cx="3703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1234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CA-signed certificate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856232"/>
            <a:ext cx="38404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562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66360" y="1856232"/>
            <a:ext cx="3703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57800" y="18562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hardened CRI server (DMZ + VPN)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478024"/>
            <a:ext cx="38404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478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66360" y="2478024"/>
            <a:ext cx="3703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57800" y="24780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— ModSecurity / CrowdSec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099816"/>
            <a:ext cx="38404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9981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66360" y="3099816"/>
            <a:ext cx="3703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57800" y="309981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Active Directory single sign-on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721608"/>
            <a:ext cx="38404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72160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166360" y="3721608"/>
            <a:ext cx="3703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57800" y="37216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(TOTP) for privileged accounts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343400"/>
            <a:ext cx="384048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34340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66360" y="4343400"/>
            <a:ext cx="3703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5780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nightly PostgreSQL backups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Conclusion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2697480"/>
            <a:ext cx="2743200" cy="0"/>
          </a:xfrm>
          <a:prstGeom prst="line">
            <a:avLst/>
          </a:prstGeom>
          <a:noFill/>
          <a:ln w="12700">
            <a:solidFill>
              <a:srgbClr val="3A5A9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2834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72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3566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tests — 0 findings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4297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97280" y="4343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delivery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0" y="274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931920" y="822960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31920" y="82296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868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for CRI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0" y="117043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secure HR prototype deployable within existing resource constraints — one Ubuntu VM, three Docker containers.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31920" y="1847088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931920" y="1847088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0" y="18928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Architecture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0" y="219456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independent security controls validated through penetration testing and controlled attack simulation.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931920" y="2871216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931920" y="2871216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29169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 Competency Demonstration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321868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 (VirtualBox Host-Only), system security hardening, Linux server administration applied to a real problem.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931920" y="3895344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931920" y="3895344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0" y="39410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Baseline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114800" y="4242816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configuration files and security controls documented, providing a solid foundation for future production rollout.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931920" y="46634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CRI-HR-Secure</dc:title>
  <dc:subject>PptxGenJS Presentation</dc:subject>
  <dc:creator>Abderrahmane Aroussi</dc:creator>
  <cp:lastModifiedBy>Abderrahmane Aroussi</cp:lastModifiedBy>
  <cp:revision>1</cp:revision>
  <dcterms:created xsi:type="dcterms:W3CDTF">2026-05-22T11:50:21Z</dcterms:created>
  <dcterms:modified xsi:type="dcterms:W3CDTF">2026-05-22T11:50:21Z</dcterms:modified>
</cp:coreProperties>
</file>